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943600" cy="5943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3A3F7A">
              <a:alpha val="40000"/>
            </a:srgbClr>
          </a:solidFill>
          <a:ln w="12700">
            <a:solidFill>
              <a:srgbClr val="3A3F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22960"/>
            <a:ext cx="2103120" cy="274320"/>
          </a:xfrm>
          <a:prstGeom prst="roundRect">
            <a:avLst>
              <a:gd name="adj" fmla="val 26667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PROJECT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SOC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security system that detects and stops hackers — no human needed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Khushbu Jalan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13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 Cybersecurity Program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46227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62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97480" y="446227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4462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SOAR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446227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4462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4462272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462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+ Docker</a:t>
            </a:r>
            <a:endParaRPr lang="en-US" sz="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7772400" y="11887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2E3461"/>
          </a:solidFill>
          <a:ln w="12700">
            <a:solidFill>
              <a:srgbClr val="2E346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164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attacks happen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 servers run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protection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365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HIT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658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servers. Personal projects.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that can't afford enterprise security.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40480" y="1600200"/>
            <a:ext cx="1143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600200"/>
            <a:ext cx="114300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83380" y="17556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2524" y="1764792"/>
            <a:ext cx="438912" cy="4389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8620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886200" y="28529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team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102352" y="1600200"/>
            <a:ext cx="1143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02352" y="1600200"/>
            <a:ext cx="114300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45252" y="17556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96" y="176479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48072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148072" y="28529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364224" y="1600200"/>
            <a:ext cx="1143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364224" y="1600200"/>
            <a:ext cx="1143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707124" y="175564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268" y="1764792"/>
            <a:ext cx="438912" cy="4389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9944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09944" y="28529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servers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7626096" y="1600200"/>
            <a:ext cx="1143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626096" y="1600200"/>
            <a:ext cx="11430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968996" y="175564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40" y="1764792"/>
            <a:ext cx="438912" cy="43891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71816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671816" y="28529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840480" y="3730752"/>
            <a:ext cx="4937760" cy="1115568"/>
          </a:xfrm>
          <a:prstGeom prst="roundRect">
            <a:avLst>
              <a:gd name="adj" fmla="val 8197"/>
            </a:avLst>
          </a:prstGeom>
          <a:solidFill>
            <a:srgbClr val="EEEFFE"/>
          </a:solidFill>
          <a:ln w="6350">
            <a:solidFill>
              <a:srgbClr val="6366F1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3886200"/>
            <a:ext cx="411480" cy="41148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023360" y="3867912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504" y="3877056"/>
            <a:ext cx="429768" cy="4297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6177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SIEM tools cost $1,000–$10,000/month.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617720" y="4069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most small servers run completely unprotected.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gap this project was built to close.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always-on security guard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server or computer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600200"/>
            <a:ext cx="272491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600200"/>
            <a:ext cx="27249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8745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883664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63347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143000" y="3035808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303580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4632" y="3383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software agent sits inside the Windows server and watches every single login attempt. The moment something looks suspicious — it records it.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9544" y="1600200"/>
            <a:ext cx="272491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9544" y="1600200"/>
            <a:ext cx="272491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187452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83664"/>
            <a:ext cx="621792" cy="6217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00984" y="263347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005072" y="3035808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FBBF24">
              <a:alpha val="8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005072" y="303580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SOAR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346704" y="3383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too many failed logins happen from one IP address, the system makes a decision automatically — no human needed. Is it an attacker? Block them.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71616" y="1600200"/>
            <a:ext cx="272491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71616" y="1600200"/>
            <a:ext cx="272491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14032" y="187452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883664"/>
            <a:ext cx="621792" cy="6217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63056" y="2633472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867144" y="3035808"/>
            <a:ext cx="1133856" cy="228600"/>
          </a:xfrm>
          <a:prstGeom prst="roundRect">
            <a:avLst>
              <a:gd name="adj" fmla="val 16000"/>
            </a:avLst>
          </a:prstGeom>
          <a:solidFill>
            <a:srgbClr val="6366F1">
              <a:alpha val="85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867144" y="303580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208776" y="338328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attack, every block, every near-miss appears on a live visual dashboard. You can see exactly what happened, when, and from where.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47472" y="4754880"/>
            <a:ext cx="8449056" cy="274320"/>
          </a:xfrm>
          <a:prstGeom prst="roundRect">
            <a:avLst>
              <a:gd name="adj" fmla="val 20000"/>
            </a:avLst>
          </a:prstGeom>
          <a:solidFill>
            <a:srgbClr val="2E3461"/>
          </a:solidFill>
          <a:ln w="12700">
            <a:solidFill>
              <a:srgbClr val="2E3461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tools run together on a single MacBook  ·  Powered entirely by open-source software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NETWORK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running on one MacBook — here's the 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EEF2FF"/>
          </a:solidFill>
          <a:ln w="12700">
            <a:solidFill>
              <a:srgbClr val="C7D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 —  Local Virtual Machines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3832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45720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508760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7904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VM — Attacker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173736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Hydra brute-force tool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thousands of login attempts at port 3389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— can't reach your real MacBook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3383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788920"/>
            <a:ext cx="45720" cy="1371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880360"/>
            <a:ext cx="420624" cy="42062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88950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Honeypot VM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78992" y="310896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port 3389 — deliberately left open as a trap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failed login as Windows Event ID 4625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 installed and watching 24/7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148840" y="2651760"/>
            <a:ext cx="0" cy="128016"/>
          </a:xfrm>
          <a:prstGeom prst="line">
            <a:avLst/>
          </a:prstGeom>
          <a:noFill/>
          <a:ln w="19050">
            <a:solidFill>
              <a:srgbClr val="F87171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1353312" y="2633472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53312" y="26334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Hydra attack  →  192.168.64.5:3389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050792" y="2606040"/>
            <a:ext cx="5943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4059936" y="23591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590288" y="2560320"/>
            <a:ext cx="128016" cy="10972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54880" y="1051560"/>
            <a:ext cx="4069080" cy="3749040"/>
          </a:xfrm>
          <a:prstGeom prst="roundRect">
            <a:avLst>
              <a:gd name="adj" fmla="val 2439"/>
            </a:avLst>
          </a:prstGeom>
          <a:solidFill>
            <a:srgbClr val="F0FDF9"/>
          </a:solidFill>
          <a:ln w="12700">
            <a:solidFill>
              <a:srgbClr val="9EEE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9204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 —  MacBook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919472" y="1417320"/>
            <a:ext cx="373075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919472" y="1417320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29200" y="149047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49961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522976" y="1463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522976" y="17190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logs · Rule fires if 5 failures in 60s · Level 10 alert sent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4919472" y="2514600"/>
            <a:ext cx="373075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919472" y="2514600"/>
            <a:ext cx="4572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029200" y="2587752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596896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22976" y="25603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SOAR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522976" y="28163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receives alert · Checks whitelist · Blocks IP · Notifies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4919472" y="3611880"/>
            <a:ext cx="373075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919472" y="3611880"/>
            <a:ext cx="45720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029200" y="3685032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3694176"/>
            <a:ext cx="384048" cy="3840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522976" y="3657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5522976" y="39136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timeline · KPI panels · Alert annotations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784848" y="2377440"/>
            <a:ext cx="0" cy="128016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400800" y="2359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</a:t>
            </a:r>
            <a:endParaRPr lang="en-US" sz="700" dirty="0"/>
          </a:p>
        </p:txBody>
      </p:sp>
      <p:sp>
        <p:nvSpPr>
          <p:cNvPr id="46" name="Shape 39"/>
          <p:cNvSpPr/>
          <p:nvPr/>
        </p:nvSpPr>
        <p:spPr>
          <a:xfrm>
            <a:off x="6784848" y="3474720"/>
            <a:ext cx="0" cy="128016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382512" y="34564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→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F87171">
              <a:alpha val="9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Brute-Force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RDP Port 3389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029200" cy="2743200"/>
          </a:xfrm>
          <a:prstGeom prst="rect">
            <a:avLst/>
          </a:prstGeom>
          <a:solidFill>
            <a:srgbClr val="1A1E3A"/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423160"/>
            <a:ext cx="914400" cy="9144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2532888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0690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 RECORDING HERE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426110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terminal + Wazuh dashboard side by side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94360" y="164592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64592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5256" y="16459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10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hydra -l administrator -P rockyou.txt rdp://192.168.64.5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0644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Hydra is actually doing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06440" y="2020824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0025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connection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72200" y="2313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port 3389 (Windows Remote Desktop)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06440" y="2734056"/>
            <a:ext cx="274320" cy="2743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2715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username +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72200" y="30266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list of 14 million real leaked passwords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06440" y="3447288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→ logs it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72200" y="37398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records Event ID 4625 — 'failed login'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06440" y="4160520"/>
            <a:ext cx="274320" cy="2743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4142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instantly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4453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times per minute, non-stop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4773168"/>
            <a:ext cx="8321040" cy="274320"/>
          </a:xfrm>
          <a:prstGeom prst="rect">
            <a:avLst/>
          </a:prstGeom>
          <a:solidFill>
            <a:srgbClr val="F87171">
              <a:alpha val="18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14,344,399 passwords in rockyou.txt  ·  Hydra tries all of them  ·  Takes minutes to hours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catches it in 8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5029200" cy="2926080"/>
          </a:xfrm>
          <a:prstGeom prst="rect">
            <a:avLst/>
          </a:prstGeom>
          <a:solidFill>
            <a:srgbClr val="1C2040"/>
          </a:solidFill>
          <a:ln w="12700">
            <a:solidFill>
              <a:srgbClr val="252850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 —  Alert Timeline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3694176"/>
            <a:ext cx="237744" cy="12801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3566160"/>
            <a:ext cx="237744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" y="3694176"/>
            <a:ext cx="237744" cy="12801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9656" y="3438144"/>
            <a:ext cx="237744" cy="384048"/>
          </a:xfrm>
          <a:prstGeom prst="rect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3694176"/>
            <a:ext cx="237744" cy="12801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24" y="3566160"/>
            <a:ext cx="237744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3694176"/>
            <a:ext cx="237744" cy="12801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5576" y="2029968"/>
            <a:ext cx="237744" cy="1792224"/>
          </a:xfrm>
          <a:prstGeom prst="rect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3566160"/>
            <a:ext cx="237744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3128" y="3694176"/>
            <a:ext cx="237744" cy="12801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3566160"/>
            <a:ext cx="237744" cy="256032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822192"/>
            <a:ext cx="4754880" cy="0"/>
          </a:xfrm>
          <a:prstGeom prst="line">
            <a:avLst/>
          </a:prstGeom>
          <a:noFill/>
          <a:ln w="6350">
            <a:solidFill>
              <a:srgbClr val="3034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9312" y="182880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87171">
              <a:alpha val="8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Attack detected here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Wazuh dashboard recording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alert firing live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1508760"/>
            <a:ext cx="318211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1508760"/>
            <a:ext cx="640080" cy="685800"/>
          </a:xfrm>
          <a:prstGeom prst="rect">
            <a:avLst/>
          </a:prstGeom>
          <a:solidFill>
            <a:srgbClr val="F87171">
              <a:alpha val="88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15087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1581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failed login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Rule 100100 triggers — Level 10 HIGH alert fired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23560" y="2313432"/>
            <a:ext cx="318211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2313432"/>
            <a:ext cx="640080" cy="685800"/>
          </a:xfrm>
          <a:prstGeom prst="rect">
            <a:avLst/>
          </a:prstGeom>
          <a:solidFill>
            <a:srgbClr val="FBBF24">
              <a:alpha val="88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31343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3865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classified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IP, timestamp and attempt count extracted from log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23560" y="3118104"/>
            <a:ext cx="318211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23560" y="3118104"/>
            <a:ext cx="640080" cy="685800"/>
          </a:xfrm>
          <a:prstGeom prst="rect">
            <a:avLst/>
          </a:prstGeom>
          <a:solidFill>
            <a:srgbClr val="6366F1">
              <a:alpha val="88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311810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55080" y="3191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4381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receives the alert payload automatically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23560" y="3922776"/>
            <a:ext cx="318211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23560" y="3922776"/>
            <a:ext cx="640080" cy="685800"/>
          </a:xfrm>
          <a:prstGeom prst="rect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92277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5508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42428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added — attacker cut off completely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blocks the attacker — no human needed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3566160" cy="2286000"/>
          </a:xfrm>
          <a:prstGeom prst="rect">
            <a:avLst/>
          </a:prstGeom>
          <a:solidFill>
            <a:srgbClr val="1C2040"/>
          </a:solidFill>
          <a:ln w="12700">
            <a:solidFill>
              <a:srgbClr val="252850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920240"/>
            <a:ext cx="777240" cy="777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02996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154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n8n workflow canvas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each node completing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38912" y="1161288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1161288"/>
            <a:ext cx="109728" cy="109728"/>
          </a:xfrm>
          <a:prstGeom prst="ellipse">
            <a:avLst/>
          </a:prstGeom>
          <a:solidFill>
            <a:srgbClr val="E8970A"/>
          </a:solidFill>
          <a:ln w="12700">
            <a:solidFill>
              <a:srgbClr val="E8970A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1161288"/>
            <a:ext cx="109728" cy="10972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3350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tail -f soc_alerts.log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8912" y="15544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[2026-04-22 09:14:32] BRUTE_FORCE | 192.168.64.10 | 847 attempts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[2026-04-22 09:14:33] WHITELIST CHECK | not whitelisted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[2026-04-22 09:14:33] BLOCK ACTION | firewall rule added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[2026-04-22 09:14:34] GRAFANA ANNOTATION | posted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251960" y="1143000"/>
            <a:ext cx="0" cy="3657600"/>
          </a:xfrm>
          <a:prstGeom prst="line">
            <a:avLst/>
          </a:prstGeom>
          <a:noFill/>
          <a:ln w="19050">
            <a:solidFill>
              <a:srgbClr val="E8EA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87952" y="121615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43984" y="109728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43984" y="1097280"/>
            <a:ext cx="45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1188720"/>
            <a:ext cx="274320" cy="2743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35424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01184" y="1143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01184" y="13441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arrives from Wazuh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187952" y="174650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43984" y="1627632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43984" y="1627632"/>
            <a:ext cx="4572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35424" y="1719072"/>
            <a:ext cx="274320" cy="27432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3542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01184" y="1673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extracted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901184" y="18745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address parsed from JSON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187952" y="2276856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43984" y="2157984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43984" y="2157984"/>
            <a:ext cx="4572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35424" y="2249424"/>
            <a:ext cx="274320" cy="274320"/>
          </a:xfrm>
          <a:prstGeom prst="ellipse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35424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901184" y="2203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check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901184" y="2404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safe IPs? → No → continue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187952" y="280720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43984" y="2688336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443984" y="2688336"/>
            <a:ext cx="4572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35424" y="2779776"/>
            <a:ext cx="274320" cy="274320"/>
          </a:xfrm>
          <a:prstGeom prst="ellipse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35424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901184" y="2734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file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901184" y="2935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soc_alerts.log updated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187952" y="3337560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43984" y="3218688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443984" y="3218688"/>
            <a:ext cx="45720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35424" y="3310128"/>
            <a:ext cx="274320" cy="274320"/>
          </a:xfrm>
          <a:prstGeom prst="ellipse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35424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901184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blocked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901184" y="34655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executes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187952" y="386791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443984" y="374904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443984" y="3749040"/>
            <a:ext cx="4572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535424" y="3840480"/>
            <a:ext cx="274320" cy="274320"/>
          </a:xfrm>
          <a:prstGeom prst="ellipse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35424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901184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notified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901184" y="3995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annotation posted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187952" y="4398264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443984" y="4279392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443984" y="4279392"/>
            <a:ext cx="4572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35424" y="4370832"/>
            <a:ext cx="274320" cy="274320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35424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901184" y="4325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notified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4901184" y="4526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alert sent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347472" y="35661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57200" y="36301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blocked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2286000" y="359359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from the real attack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9728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97280"/>
            <a:ext cx="201168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188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9631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10972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1097280"/>
            <a:ext cx="20116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188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4515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worked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93992" y="10972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93992" y="1097280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188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9399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9399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by Wazuh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578608"/>
            <a:ext cx="5486400" cy="2304288"/>
          </a:xfrm>
          <a:prstGeom prst="rect">
            <a:avLst/>
          </a:prstGeom>
          <a:solidFill>
            <a:srgbClr val="1C2040"/>
          </a:solidFill>
          <a:ln w="12700">
            <a:solidFill>
              <a:srgbClr val="252850"/>
            </a:solidFill>
            <a:prstDash val="solid"/>
          </a:ln>
          <a:effectLst>
            <a:outerShdw sx="100000" sy="100000" kx="0" ky="0" algn="bl" rotWithShape="0" blurRad="304800" dist="63500" dir="8100000">
              <a:srgbClr val="2E3461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2670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 —  Live Dashboard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453128"/>
            <a:ext cx="265176" cy="210312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137660"/>
            <a:ext cx="265176" cy="525780"/>
          </a:xfrm>
          <a:prstGeom prst="rect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4558284"/>
            <a:ext cx="265176" cy="105156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0200" y="3822192"/>
            <a:ext cx="265176" cy="841248"/>
          </a:xfrm>
          <a:prstGeom prst="rect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3191256"/>
            <a:ext cx="265176" cy="1472184"/>
          </a:xfrm>
          <a:prstGeom prst="rect">
            <a:avLst/>
          </a:prstGeom>
          <a:solidFill>
            <a:srgbClr val="F87171">
              <a:alpha val="82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4347972"/>
            <a:ext cx="265176" cy="315468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4558284"/>
            <a:ext cx="265176" cy="105156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401568"/>
            <a:ext cx="265176" cy="1261872"/>
          </a:xfrm>
          <a:prstGeom prst="rect">
            <a:avLst/>
          </a:prstGeom>
          <a:solidFill>
            <a:srgbClr val="F87171">
              <a:alpha val="82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4032504"/>
            <a:ext cx="265176" cy="630936"/>
          </a:xfrm>
          <a:prstGeom prst="rect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0" y="4453128"/>
            <a:ext cx="265176" cy="210312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4558284"/>
            <a:ext cx="265176" cy="105156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4347972"/>
            <a:ext cx="265176" cy="315468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" y="4663440"/>
            <a:ext cx="5212080" cy="0"/>
          </a:xfrm>
          <a:prstGeom prst="line">
            <a:avLst/>
          </a:prstGeom>
          <a:noFill/>
          <a:ln w="6350">
            <a:solidFill>
              <a:srgbClr val="30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6908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events per hour  ·  Red = critical threshold crossed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2880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Grafana dashboard screenshot or recording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35040" y="2578608"/>
            <a:ext cx="274320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72200" y="2706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</a:t>
            </a:r>
            <a:endParaRPr lang="en-US" sz="11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3063240"/>
            <a:ext cx="201168" cy="20116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6446520" y="3017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detected a real attack automatically</a:t>
            </a:r>
            <a:endParaRPr lang="en-US" sz="95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520440"/>
            <a:ext cx="201168" cy="20116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446520" y="3474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was watching — it ran itself</a:t>
            </a:r>
            <a:endParaRPr lang="en-US" sz="950" dirty="0"/>
          </a:p>
        </p:txBody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77640"/>
            <a:ext cx="201168" cy="20116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44652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beats enterprise SOC targets</a:t>
            </a:r>
            <a:endParaRPr lang="en-US" sz="950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434840"/>
            <a:ext cx="201168" cy="20116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446520" y="4389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 — no legitimate traffic blocked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use this system right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2245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43000"/>
            <a:ext cx="4224528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28016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2893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0704" y="1554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shop running a POS server — now has 24/7 automated attack detection and blocking without needing an IT team.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42245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43000"/>
            <a:ext cx="4224528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2893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clinic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68112" y="1554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are a prime ransomware target. This system alerts and blocks brute-force before a breach.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7472" y="2743200"/>
            <a:ext cx="42245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7472" y="2743200"/>
            <a:ext cx="422452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4632" y="288036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88950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04" y="2880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devs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60704" y="31546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hosting a personal server — game server, portfolio, home lab — now has enterprise-grade protection.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2743200"/>
            <a:ext cx="42245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8"/>
            </a:solidFill>
            <a:prstDash val="solid"/>
          </a:ln>
          <a:effectLst>
            <a:outerShdw sx="100000" sy="100000" kx="0" ky="0" algn="bl" rotWithShape="0" blurRad="228600" dist="38100" dir="8100000">
              <a:srgbClr val="2E3461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743200"/>
            <a:ext cx="422452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92040" y="2880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88950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68112" y="2880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startups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68112" y="31546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companies with no dedicated security team can deploy this in an afternoon and have enterprise-grade protection.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47472" y="4407408"/>
            <a:ext cx="8449056" cy="548640"/>
          </a:xfrm>
          <a:prstGeom prst="roundRect">
            <a:avLst>
              <a:gd name="adj" fmla="val 13333"/>
            </a:avLst>
          </a:prstGeom>
          <a:solidFill>
            <a:srgbClr val="2E3461"/>
          </a:solidFill>
          <a:ln w="12700">
            <a:solidFill>
              <a:srgbClr val="2E3461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526280"/>
            <a:ext cx="274320" cy="2743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12064" y="4507992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451713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0120" y="446227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expose the honeypot to the real internet — watch real attackers from around the world get automatically blocked.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 — and what doesn't (yet)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160520" cy="3749040"/>
          </a:xfrm>
          <a:prstGeom prst="rect">
            <a:avLst/>
          </a:prstGeom>
          <a:solidFill>
            <a:srgbClr val="F0FDF9"/>
          </a:solidFill>
          <a:ln w="10160">
            <a:solidFill>
              <a:srgbClr val="9EEE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261872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710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83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7373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deploy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77240" y="19751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open-source — Wazuh, n8n, Grafana, UTM, Docker. No licence fees, no vendor lock-in, no specialist hardware required.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40487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3591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77240" y="2596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attack to IP block in under 30 seconds — no human required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0266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29809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777240" y="3218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caught a live Hydra attack with 8-second latency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4845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" y="36027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777240" y="3840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a MacBook for testing. For live deployment, any affordable VPS or cloud instance works — no expensive hardware required.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70248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77240" y="42245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customisable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777240" y="4462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thresholds, workflows can all be tuned without paying for a licence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645152" y="1143000"/>
            <a:ext cx="4160520" cy="3749040"/>
          </a:xfrm>
          <a:prstGeom prst="rect">
            <a:avLst/>
          </a:prstGeom>
          <a:solidFill>
            <a:srgbClr val="FFF7F5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4773168" y="1261872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1271016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57800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17830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74920" y="17373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dependency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5074920" y="19751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— if the Mac sleeps, the SOC sleeps too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404872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74920" y="23591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blocking</a:t>
            </a:r>
            <a:endParaRPr lang="en-US" sz="1050" dirty="0"/>
          </a:p>
        </p:txBody>
      </p:sp>
      <p:sp>
        <p:nvSpPr>
          <p:cNvPr id="32" name="Text 21"/>
          <p:cNvSpPr/>
          <p:nvPr/>
        </p:nvSpPr>
        <p:spPr>
          <a:xfrm>
            <a:off x="5074920" y="2596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blocking is logged but not yet enforced by a real firewall rule (Semester 2)</a:t>
            </a:r>
            <a:endParaRPr lang="en-US" sz="9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3026664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074920" y="29809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attack type</a:t>
            </a:r>
            <a:endParaRPr lang="en-US" sz="1050" dirty="0"/>
          </a:p>
        </p:txBody>
      </p:sp>
      <p:sp>
        <p:nvSpPr>
          <p:cNvPr id="35" name="Text 23"/>
          <p:cNvSpPr/>
          <p:nvPr/>
        </p:nvSpPr>
        <p:spPr>
          <a:xfrm>
            <a:off x="5074920" y="3218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tuned for RDP brute-force — ransomware and phishing need separate rules</a:t>
            </a:r>
            <a:endParaRPr lang="en-US" sz="9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168" y="3648456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074920" y="36027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redundancy</a:t>
            </a:r>
            <a:endParaRPr lang="en-US" sz="1050" dirty="0"/>
          </a:p>
        </p:txBody>
      </p:sp>
      <p:sp>
        <p:nvSpPr>
          <p:cNvPr id="38" name="Text 25"/>
          <p:cNvSpPr/>
          <p:nvPr/>
        </p:nvSpPr>
        <p:spPr>
          <a:xfrm>
            <a:off x="5074920" y="3840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failure = total SOC outage. No failover or backup</a:t>
            </a:r>
            <a:endParaRPr lang="en-US" sz="9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4270248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074920" y="42245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screenshot</a:t>
            </a:r>
            <a:endParaRPr lang="en-US" sz="1050" dirty="0"/>
          </a:p>
        </p:txBody>
      </p:sp>
      <p:sp>
        <p:nvSpPr>
          <p:cNvPr id="41" name="Text 27"/>
          <p:cNvSpPr/>
          <p:nvPr/>
        </p:nvSpPr>
        <p:spPr>
          <a:xfrm>
            <a:off x="5074920" y="4462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collection still partly manual — needs full pipeline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2918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Hydra actually work?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is it so dangerous?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2075688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24128" y="1965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is a password cracking tool that automates login attempts. It opens a connection to your server, tries username + password, gets rejected, tries the next one — thousands of times per minute.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83464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3035808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" y="2926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'rockyou.txt' — a real list of 14 million passwords stolen from actual data breaches. Because people reuse passwords, it works surprisingly often.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9476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" y="3995928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4128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danger: it's fully automated, runs silently, and requires no skill to use. Anyone can download Hydra and attack any exposed server in seconds.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48280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1 of 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2918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protect a real business?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today?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207568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24128" y="1965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with one caveat. The detection and alerting pipeline is production-ready. Wazuh running on a dedicated machine would protect a real server from brute-force attacks with 8-second detection time.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83464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303580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" y="2926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blocking (IP firewall rules) is fully designed and coded — it just needs to be pointed at a real firewall instead of a simulated log. That's a 2-hour configuration change.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9476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" y="399592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4128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small business protecting an RDP or SSH server? This is better than most setups they currently have — which is usually nothing at all.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48280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2 of 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2918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Semester 2?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simulation to the real internet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207568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24128" y="1965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honeypot gets exposed to the public internet — real attackers from real IPs will target it within hours. No more simulated Hydra from Kali.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83464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303580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" y="2926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will enforce actual firewall rules — real IP blocking, not just logging. AbuseIPDB will cross-check every attacker IP against a global threat database.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94760"/>
            <a:ext cx="8275320" cy="804672"/>
          </a:xfrm>
          <a:prstGeom prst="rect">
            <a:avLst/>
          </a:prstGeom>
          <a:solidFill>
            <a:srgbClr val="FFFFFF">
              <a:alpha val="6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" y="399592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4128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a GitHub Release v1.0 with full live evidence — screenshots, logs, packet captures — of real attacks being detected and automatically stopped.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48280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3 of 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3A3F7A">
              <a:alpha val="35000"/>
            </a:srgbClr>
          </a:solidFill>
          <a:ln w="12700">
            <a:solidFill>
              <a:srgbClr val="3A3F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566928"/>
            <a:ext cx="1371600" cy="1371600"/>
          </a:xfrm>
          <a:prstGeom prst="ellipse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3950208" y="621792"/>
            <a:ext cx="1243584" cy="1243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848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affordable.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456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scratch. Tested against a real attack. Ready to go live.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0" y="3931920"/>
            <a:ext cx="2743200" cy="0"/>
          </a:xfrm>
          <a:prstGeom prst="line">
            <a:avLst/>
          </a:prstGeom>
          <a:noFill/>
          <a:ln w="6350">
            <a:solidFill>
              <a:srgbClr val="3D42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069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Khushbu Jalan  ·  Autonomous Cloud SOC  ·  DAE Cybersecurity Program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77440" y="4407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377440" y="4773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contained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23360" y="4407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023360" y="4773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0" y="4407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669280" y="4773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Cloud SOC</dc:title>
  <dc:subject>PptxGenJS Presentation</dc:subject>
  <dc:creator>Khushbu Jalan</dc:creator>
  <cp:lastModifiedBy>Khushbu Jalan</cp:lastModifiedBy>
  <cp:revision>1</cp:revision>
  <dcterms:created xsi:type="dcterms:W3CDTF">2026-05-12T16:23:31Z</dcterms:created>
  <dcterms:modified xsi:type="dcterms:W3CDTF">2026-05-12T16:23:31Z</dcterms:modified>
</cp:coreProperties>
</file>