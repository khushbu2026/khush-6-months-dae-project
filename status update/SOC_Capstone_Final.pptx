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6400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Cloud SOC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2103120" y="16002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Center &amp; Threat Intelligence System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103120" y="2194560"/>
            <a:ext cx="6583680" cy="274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2377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Khushbu Jalan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DAE Cybersecurity Program   |   Capstone Project — Semester 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26517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+ R2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Areas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3749040"/>
            <a:ext cx="26517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328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38328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Deployed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3749040"/>
            <a:ext cx="265176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0936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end-to-end autonomous detection &amp; response pipeline — locally deployed on MacBook with Docker + UTM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20240" cy="1554480"/>
          </a:xfrm>
          <a:prstGeom prst="rect">
            <a:avLst/>
          </a:prstGeom>
          <a:solidFill>
            <a:srgbClr val="1122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VM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40280" y="2103120"/>
            <a:ext cx="256032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96312" y="1325880"/>
            <a:ext cx="1920240" cy="1554480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417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96312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VM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96312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• Port 3389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416552" y="2103120"/>
            <a:ext cx="256032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72584" y="1325880"/>
            <a:ext cx="1920240" cy="15544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4173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72584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SIEM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72584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592824" y="2103120"/>
            <a:ext cx="256032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48856" y="1325880"/>
            <a:ext cx="1920240" cy="1554480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4173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856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SOAR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Grafana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48856" y="2487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Scope — Fully Local, No Cloud Required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20040" y="3474720"/>
            <a:ext cx="274320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0040" y="3474720"/>
            <a:ext cx="5486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29768" y="34747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R1a — Incident Response Plan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64408" y="3474720"/>
            <a:ext cx="274320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64408" y="3474720"/>
            <a:ext cx="54864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374136" y="34747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R1b — Security Policy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208776" y="3474720"/>
            <a:ext cx="274320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208776" y="3474720"/>
            <a:ext cx="5486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318504" y="34747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R1c — Encryption Demo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0040" y="3904488"/>
            <a:ext cx="274320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20040" y="3904488"/>
            <a:ext cx="5486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29768" y="39044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R1d — Legal &amp; Ethical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3264408" y="3904488"/>
            <a:ext cx="274320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264408" y="3904488"/>
            <a:ext cx="54864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374136" y="39044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R2a — Cyber Threats Research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208776" y="3904488"/>
            <a:ext cx="274320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208776" y="3904488"/>
            <a:ext cx="5486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318504" y="39044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R2b — Vulnerability Assessment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320040" y="4334256"/>
            <a:ext cx="274320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320040" y="4334256"/>
            <a:ext cx="54864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429768" y="433425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R2c — OpenCTI (Written)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3264408" y="4334256"/>
            <a:ext cx="274320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3264408" y="4334256"/>
            <a:ext cx="5486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3374136" y="433425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R2d — Risk Management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6208776" y="4334256"/>
            <a:ext cx="2743200" cy="329184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6208776" y="4334256"/>
            <a:ext cx="5486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318504" y="433425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R2e — Security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R1a — Incident Response Plan  |  R1b — Security Policy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PROJECT-SPECIFIC INCIDENTS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02336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4572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08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Brute-Force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3389 — Wazuh alerts → n8n blocks IP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402336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29968"/>
            <a:ext cx="4572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299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Post-RDP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304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encryption detection &amp; containment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402336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688336"/>
            <a:ext cx="4572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883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9626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network pivot detection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46704"/>
            <a:ext cx="402336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346704"/>
            <a:ext cx="4572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467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API Key Git Leak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6210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 exposure on GitHub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005072"/>
            <a:ext cx="402336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005072"/>
            <a:ext cx="4572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050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Webhook Spoofing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279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webhook endpoint abuse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841248"/>
            <a:ext cx="41605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84124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— 5 SECURITY RULES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1371600"/>
            <a:ext cx="416052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46304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1408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for data-at-rest; TLS 1.3 for transit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029968"/>
            <a:ext cx="416052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12140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66360" y="23042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hashing; immutable Wazuh alert logs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688336"/>
            <a:ext cx="416052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27797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66360" y="2962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health checks; automated failover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346704"/>
            <a:ext cx="416052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3438144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3438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6636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66360" y="36210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 on all services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4005072"/>
            <a:ext cx="4160520" cy="5669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09160" y="4096512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66360" y="4041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Logging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166360" y="4279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logged; 90-day retention policy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R2a — Research: Brute-Force, Malware, Phishing + MITRE ATT&amp;CK APT29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43200" cy="2468880"/>
          </a:xfrm>
          <a:prstGeom prst="rect">
            <a:avLst/>
          </a:prstGeom>
          <a:solidFill>
            <a:srgbClr val="1122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274320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RDP Port 3389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/ Medusa tooling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rule: &gt;5 fails/min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614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T1110 — Brute Force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841248"/>
            <a:ext cx="2743200" cy="2468880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841248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8412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1389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EICAR test hash on VirusTotal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847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72/73 engine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3042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methodology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27614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T1204 — User Execution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841248"/>
            <a:ext cx="2743200" cy="24688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841248"/>
            <a:ext cx="274320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8412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/ SET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0216" y="13898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Toolkit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1847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harvester walkthrough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0216" y="23042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simulation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0216" y="27614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T1566 — Phishing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474720"/>
            <a:ext cx="8503920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74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APT29 (Cozy Bear) — MITRE ATT&amp;CK Mapping: 30+ Techniques Across 10 Tactics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3931920"/>
            <a:ext cx="274320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9502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00200" y="39502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T1566 — Spearphishing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3931920"/>
            <a:ext cx="274320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9502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44568" y="39502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 — PowerShell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08776" y="3931920"/>
            <a:ext cx="274320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39502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88936" y="39502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T1547 — Registry Run Keys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407408"/>
            <a:ext cx="274320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44256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Evasion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00200" y="442569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T1070 — Log Clearing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64408" y="4407408"/>
            <a:ext cx="274320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44256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Access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44568" y="442569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 — OS Credential Dump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08776" y="4407408"/>
            <a:ext cx="274320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44256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88936" y="442569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T1021 — Remote Services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R2b — Nmap Vulnerability Assessment: Flags, Concepts &amp; Practice Scan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NMAP FLAGS LEARNED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23360" cy="39319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9304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289304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Stealth Scan (half-open)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00784"/>
            <a:ext cx="4023360" cy="3931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28216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728216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detection on services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4023360" cy="39319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67128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216712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fingerprinting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4023360" cy="3931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0604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606040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Aggressive: OS + scripts + traceroute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4023360" cy="39319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44952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-p-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3044952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65,535 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4023360" cy="3931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83864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--script vuln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483864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vulnerability NSE scripts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895344"/>
            <a:ext cx="4023360" cy="39319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22776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3922776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host discovery (ping)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334256"/>
            <a:ext cx="4023360" cy="3931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61688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17320" y="4361688"/>
            <a:ext cx="2880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faster scan (T0–T5)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SCAN: scanme.nmap.org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1261872"/>
            <a:ext cx="4160520" cy="2103120"/>
          </a:xfrm>
          <a:prstGeom prst="rect">
            <a:avLst/>
          </a:prstGeom>
          <a:solidFill>
            <a:srgbClr val="0A0F1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1298448"/>
            <a:ext cx="4005072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nmap -sV -O scanme.nmap.org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scan report for scanme.nmap.org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    STATE  SERVICE    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 open   ssh        OpenSSH 6.6.1p1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  open   http       Apache httpd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9929/tcp open   nping-echo Nping echo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OS: Linux 3.x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done: 1 IP in 4.23 seconds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474720"/>
            <a:ext cx="4160520" cy="36576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493008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Legal public test server — scanme.nmap.org (authorized by Nmap.org)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391363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open ports and service versions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426110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OS fingerprint for risk classification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4608576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R2b Vulnerability Assessment report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Deep Dive — Architecture, Rules &amp; Alert Levels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 Honeypot)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2194560"/>
            <a:ext cx="192024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194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(Kali Linux)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19456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417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 Container)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960120"/>
            <a:ext cx="256032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Indexer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(Elasticsearch)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194560"/>
            <a:ext cx="256032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(Kibana/Grafana)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40280" y="1280160"/>
            <a:ext cx="9601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2514600"/>
            <a:ext cx="96012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280160"/>
            <a:ext cx="54864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2514600"/>
            <a:ext cx="54864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097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Events/Logs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13248" y="11155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035808"/>
            <a:ext cx="85039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358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ALERT SEVERITY LEVELS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493008"/>
            <a:ext cx="2029968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93008"/>
            <a:ext cx="2029968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493008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0–3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" y="393192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25196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events, normal activity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68880" y="3493008"/>
            <a:ext cx="2029968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68880" y="3493008"/>
            <a:ext cx="202996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3493008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4–7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393192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425196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attempts, config changes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493008"/>
            <a:ext cx="2029968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3493008"/>
            <a:ext cx="202996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493008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8–11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17720" y="393192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9160" y="425196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Brute-force, policy violations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66560" y="3493008"/>
            <a:ext cx="2029968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0" y="3493008"/>
            <a:ext cx="2029968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493008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12–15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66560" y="393192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425196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Rootkits, ransomware, privilege escalation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R2d — Risk Management Concepts + Risk Register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931920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 — LIKELIHOOD vs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126187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Brute Force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36776" y="1261872"/>
            <a:ext cx="126187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36776" y="12618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53512" y="1261872"/>
            <a:ext cx="126187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2618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Leak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126187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2024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36776" y="1920240"/>
            <a:ext cx="126187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36776" y="192024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Spoofing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53512" y="1920240"/>
            <a:ext cx="126187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3512" y="1920240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706624"/>
            <a:ext cx="393192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706624"/>
            <a:ext cx="54864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706624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Likelihood × Impact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393192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127248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127248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Prevent → Detect → Respond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47872"/>
            <a:ext cx="393192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547872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547872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RMF + ISO 27001 framework applied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804672"/>
            <a:ext cx="4251960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8046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KEY ENTRIES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1243584"/>
            <a:ext cx="146304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12435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1243584"/>
            <a:ext cx="8229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24358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1243584"/>
            <a:ext cx="73152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12435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1243584"/>
            <a:ext cx="118872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2435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1664208"/>
            <a:ext cx="14630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166420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Brute-Force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1664208"/>
            <a:ext cx="82296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166420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0" y="1664208"/>
            <a:ext cx="73152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1664208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89520" y="1664208"/>
            <a:ext cx="118872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166420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blocklist via n8n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2121408"/>
            <a:ext cx="1463040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212140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35040" y="2121408"/>
            <a:ext cx="822960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212140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58000" y="2121408"/>
            <a:ext cx="731520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2121408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589520" y="2121408"/>
            <a:ext cx="1188720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212140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+ isolation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2578608"/>
            <a:ext cx="14630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257860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Leak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35040" y="2578608"/>
            <a:ext cx="82296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80760" y="257860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2578608"/>
            <a:ext cx="73152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03720" y="2578608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589520" y="2578608"/>
            <a:ext cx="118872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5240" y="257860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in .gitignore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3035808"/>
            <a:ext cx="1463040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303580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035040" y="3035808"/>
            <a:ext cx="822960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0" y="303580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58000" y="3035808"/>
            <a:ext cx="731520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03720" y="3035808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589520" y="3035808"/>
            <a:ext cx="1188720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35240" y="303580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0" y="3493008"/>
            <a:ext cx="14630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17720" y="349300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Spoofing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035040" y="3493008"/>
            <a:ext cx="82296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80760" y="349300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858000" y="3493008"/>
            <a:ext cx="73152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03720" y="3493008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589520" y="3493008"/>
            <a:ext cx="118872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35240" y="3493008"/>
            <a:ext cx="1143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auth + allowlist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R1c — Encryption Demo  |  R1d — Legal &amp; Ethical Compliance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/ SHA-256 DEMO 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23360" cy="2011680"/>
          </a:xfrm>
          <a:prstGeom prst="rect">
            <a:avLst/>
          </a:prstGeom>
          <a:solidFill>
            <a:srgbClr val="0A0F1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98448"/>
            <a:ext cx="3877056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AES-256 Encryption (Python)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Crypto.Cipher import AES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hashlib, os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os.urandom(32)  # 256-bit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 = AES.new(key, AES.MODE_GCM)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ct, tag = cipher.encrypt_and_digest(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plaintext.encode())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SHA-256 hash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hashlib.sha256(plaintext).hexdigest()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33649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authenticated encryption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749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for file integrity verification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41330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GitHub as evidence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ETHICAL COMPLIANCE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8"/>
            <a:ext cx="4160520" cy="621792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98448"/>
            <a:ext cx="82296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98448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59552" y="13441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attacks on owned/UTM VMs only — zero unauthorized access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160520" cy="621792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002536"/>
            <a:ext cx="82296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0253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Art.33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59552" y="204825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notification within 72h — documented in IRP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06624"/>
            <a:ext cx="4160520" cy="621792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706624"/>
            <a:ext cx="82296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706624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Art.34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59552" y="275234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breach communication procedures defined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410712"/>
            <a:ext cx="4160520" cy="621792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410712"/>
            <a:ext cx="82296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410712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59552" y="345643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UTM network — no real traffic captured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4114800"/>
            <a:ext cx="4160520" cy="621792"/>
          </a:xfrm>
          <a:prstGeom prst="rect">
            <a:avLst/>
          </a:prstGeom>
          <a:solidFill>
            <a:srgbClr val="1122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4114800"/>
            <a:ext cx="822960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11480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59552" y="41605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EICAR test hash only — no real malware submitted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2 Roadmap — Live Deployment &amp; Automation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68580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9601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9235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VM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2161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Windows Honeypot + Kali Linux attacker VMs on UTM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0" cy="109728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8503920" cy="685800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64208"/>
            <a:ext cx="9601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64208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Wazuh Alerts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011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 simulation from Kali → Wazuh detects &amp; logs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350008"/>
            <a:ext cx="0" cy="109728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459736"/>
            <a:ext cx="8503920" cy="685800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59736"/>
            <a:ext cx="96012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9736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514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Auto-Block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28072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workflow: alert triggers → IP blocklist → Slack notify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145536"/>
            <a:ext cx="0" cy="10972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255264"/>
            <a:ext cx="8503920" cy="685800"/>
          </a:xfrm>
          <a:prstGeom prst="rect">
            <a:avLst/>
          </a:prstGeom>
          <a:solidFill>
            <a:srgbClr val="112244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55264"/>
            <a:ext cx="96012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55264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310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602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panels, alert heatmaps, trend charts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3941064"/>
            <a:ext cx="0" cy="109728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050792"/>
            <a:ext cx="8503920" cy="685800"/>
          </a:xfrm>
          <a:prstGeom prst="rect">
            <a:avLst/>
          </a:prstGeom>
          <a:solidFill>
            <a:srgbClr val="1122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050792"/>
            <a:ext cx="96012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050792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41056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 v1.0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43982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evidence, scripts, docs packaged for final submission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800600"/>
            <a:ext cx="850392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006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Complete ✓   |   All R1 + R2 Deliverables Documented   |   Stack: Wazuh + n8n + Grafana on Docker/UTM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Semester 1 (Month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Mar – 23 Apr 2026  |  4 Weeks  |  All 9 Rubric Items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0116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87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435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 – 2 Apr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987552"/>
            <a:ext cx="2011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987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50592" y="12435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Apr – 9 Apr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987552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987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864" y="12435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Apr – 16 Apr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03136" y="987552"/>
            <a:ext cx="20116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987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03136" y="12435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Apr – 23 Apr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58191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6184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GitHub + OCI account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13055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16712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 Desktop + VS Code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67919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1576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Kali Linux VM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2783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27832"/>
            <a:ext cx="54864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26440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R1c — AES-256 Encryption Demo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77647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776472"/>
            <a:ext cx="54864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813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R2a — Threat Analysis + APT29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32511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3616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research: Wazuh, n8n, Grafana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50592" y="158191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16184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OCI: VCN + Subnet + VM setup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50592" y="213055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23744" y="216712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Nmap flags + concepts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50592" y="267919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50592" y="267919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271576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R1a — Incident Response Plan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50592" y="322783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50592" y="322783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326440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R1b — Security Policy (CIA)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50592" y="377647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377647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3813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R1d — Legal &amp; Ethical Compliance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450592" y="432511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50592" y="432511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0" y="43616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R2b — Nmap Vulnerability Scan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26864" y="158191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0016" y="16184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OpenCTI via Docker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26864" y="213055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0016" y="216712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Docker architecture research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26864" y="267919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26864" y="2679192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271576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R2c — OpenCTI + 2 Connectors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26864" y="322783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26864" y="3227832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36592" y="326440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R2d — Risk Register + SOP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26864" y="377647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0016" y="3813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RMF + ISO 27001 framework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26864" y="432511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0016" y="43616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tag: week3 — 77% complete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803136" y="158191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76288" y="16184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SOAR workflow planning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03136" y="2130552"/>
            <a:ext cx="201168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76288" y="216712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SOC dashboard design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803136" y="267919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03136" y="2679192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12864" y="271576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R2e — Security Monitoring Use Case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03136" y="322783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03136" y="3227832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12864" y="326440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audit: all 9 rubrics verified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803136" y="377647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03136" y="3776472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12864" y="38130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Evidence ZIP package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803136" y="4325112"/>
            <a:ext cx="20116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03136" y="4325112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12864" y="436168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 v1.0 tagged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Completion Tracker — All 9 Items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— Month 1 Final Status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9264"/>
            <a:ext cx="85039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926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COMPLETE — All 9 Rubric Items Delivered 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8503920" cy="3383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26464"/>
            <a:ext cx="530352" cy="3383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26464"/>
            <a:ext cx="530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1490472"/>
            <a:ext cx="658368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4904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144475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R1a_IRP_final.docx — 5 project-specific incidents, 4 phases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03920" y="144475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1778508"/>
            <a:ext cx="8503920" cy="3383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778508"/>
            <a:ext cx="530352" cy="3383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778508"/>
            <a:ext cx="530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17967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1842516"/>
            <a:ext cx="658368" cy="23774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1842516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179679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R1b_Security_Policy.docx — 5 CIA Triad-mapped rules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03920" y="1796796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2130552"/>
            <a:ext cx="8503920" cy="3383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130552"/>
            <a:ext cx="530352" cy="338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130552"/>
            <a:ext cx="530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21488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Demo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2194560"/>
            <a:ext cx="658368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19456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20440" y="214884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scripts/encrypt_demo.py — AES-256-GCM + SHA-256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03920" y="214884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2482596"/>
            <a:ext cx="8503920" cy="3383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482596"/>
            <a:ext cx="530352" cy="338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482596"/>
            <a:ext cx="530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25008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Ethical Compliance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88920" y="2546604"/>
            <a:ext cx="65836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8920" y="254660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250088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 Section 5 — CFAA, GDPR Art.33/34, honeypot ethics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503920" y="2500884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20040" y="2834640"/>
            <a:ext cx="8503920" cy="3383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834640"/>
            <a:ext cx="530352" cy="3383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834640"/>
            <a:ext cx="530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4400" y="28529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Threats Research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88920" y="2898648"/>
            <a:ext cx="658368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88920" y="289864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20440" y="285292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R2a_Threat_Analysis.docx — VirusTotal, SET, APT29 30+ TTPs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503920" y="2852928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20040" y="3186684"/>
            <a:ext cx="8503920" cy="3383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3186684"/>
            <a:ext cx="530352" cy="3383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186684"/>
            <a:ext cx="530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" y="32049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88920" y="3250692"/>
            <a:ext cx="658368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88920" y="325069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520440" y="320497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R2b_Plan.docx + practice scan on scanme.nmap.org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503920" y="320497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20040" y="3538728"/>
            <a:ext cx="8503920" cy="3383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" y="3538728"/>
            <a:ext cx="530352" cy="338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538728"/>
            <a:ext cx="530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14400" y="35570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(OpenCTI)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788920" y="3602736"/>
            <a:ext cx="658368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88920" y="3602736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520440" y="355701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doc + 2 connectors + 2 IoCs evidenced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503920" y="3557016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320040" y="3890772"/>
            <a:ext cx="8503920" cy="3383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3890772"/>
            <a:ext cx="530352" cy="338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3890772"/>
            <a:ext cx="530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14400" y="39090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788920" y="3954780"/>
            <a:ext cx="658368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88920" y="39547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520440" y="39090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+ Monitoring SOP — NIST RMF + ISO 27001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503920" y="390906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320040" y="4242816"/>
            <a:ext cx="8503920" cy="338328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" y="4242816"/>
            <a:ext cx="530352" cy="338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242816"/>
            <a:ext cx="530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14400" y="42611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788920" y="4306824"/>
            <a:ext cx="65836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88920" y="430682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520440" y="426110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doc + Simulated IR timeline scenario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8503920" y="4261104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320040" y="4754880"/>
            <a:ext cx="201168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320040" y="4754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  |  Rubrics Done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2468880" y="4754880"/>
            <a:ext cx="201168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2468880" y="4754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Wks  |  Timeline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617720" y="4754880"/>
            <a:ext cx="201168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4617720" y="4754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|  GitHub Release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766560" y="4754880"/>
            <a:ext cx="201168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6766560" y="4754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 |  Cloud Cost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Cloud SOC — Capstone Project</dc:title>
  <dc:subject>PptxGenJS Presentation</dc:subject>
  <dc:creator>Khushbu Jalan</dc:creator>
  <cp:lastModifiedBy>Khushbu Jalan</cp:lastModifiedBy>
  <cp:revision>1</cp:revision>
  <dcterms:created xsi:type="dcterms:W3CDTF">2026-04-23T15:51:25Z</dcterms:created>
  <dcterms:modified xsi:type="dcterms:W3CDTF">2026-04-23T15:51:25Z</dcterms:modified>
</cp:coreProperties>
</file>